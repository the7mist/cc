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11" r:id="rId2"/>
    <p:sldId id="912" r:id="rId3"/>
    <p:sldId id="608" r:id="rId4"/>
    <p:sldId id="909" r:id="rId5"/>
    <p:sldId id="910" r:id="rId6"/>
    <p:sldId id="914" r:id="rId7"/>
    <p:sldId id="915" r:id="rId8"/>
    <p:sldId id="916" r:id="rId9"/>
    <p:sldId id="917" r:id="rId10"/>
    <p:sldId id="919" r:id="rId11"/>
    <p:sldId id="920" r:id="rId12"/>
    <p:sldId id="921" r:id="rId13"/>
    <p:sldId id="922" r:id="rId14"/>
    <p:sldId id="923" r:id="rId15"/>
    <p:sldId id="924" r:id="rId16"/>
    <p:sldId id="925" r:id="rId17"/>
    <p:sldId id="9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0ADE-7BEE-F7D9-F266-2062C1404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12ECF-FD27-E08B-FFB0-2B2F12946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FC70-1519-ECBC-6E60-7F652894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64E8-F04B-BEE8-D129-0D5973ED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77D86-352D-E19B-7EF3-E0779C20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9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7E3C-7D20-9421-A027-A42260C2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2C08-EAAD-37EF-5AFE-44658595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EBDB2-83C2-6FCC-7654-260ADFCA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72796-5E25-06D7-709E-12D6FAC2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E57C-A3FD-77D6-377F-838915A6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38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5F91-21B7-BB22-6F8E-D64A161C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A304C-10B5-FF3D-D935-56F40D360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84CC-9F13-6554-DF2A-D2138531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9B417-6E55-4080-3423-0075DE89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79F4-A6D2-55D3-3725-ECC19799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8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3D10-2C4D-D458-379C-C5FDF131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679D4-6C2A-6FED-C7E3-DBDA7C641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3B166-4572-A696-DABC-4005FC696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A8548-65EF-3B43-6ED2-6C559730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567E1-16FE-B3C3-528D-35ED5276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C9BC-8C2F-0B8A-2D24-4F96A3F3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3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0603-3D23-C08F-39D6-17E9521C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BA5C5-95DF-259C-A443-B17CA9E26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F79D3-31B3-095D-56B3-4E601D94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D1127-E804-17B7-F12B-8F83C083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E882B-EC0E-403C-FFD6-98D420941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A0711-6EDE-C9A0-86C0-5D0828A4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3BC2C-9E30-FF94-B2E6-41A95A4E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BF711-DB14-E8A1-8A43-DFC78EE9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3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142C-1A89-1695-D636-E53FE71E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29C1B-8539-9570-9C9F-69A4D053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609EA-4A0D-3B1E-0CA4-3D5C75F9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6F5F3-7EE2-90EE-053F-797D19B2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7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A9B63D-396C-9666-9EC7-8EFF921A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8F351-5724-0802-81AC-CCFB001D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B1A22-A140-6FB3-CC0B-BE503516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19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75F3-10FA-3AE9-654D-C2A0A5FA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3C2E-47B1-3567-5C0A-2477CB2E5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8E08B-22B0-A9AB-3E30-540B8E3D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4C7F5-9C1F-27B0-A8AB-5E76E1C3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D96B8-03E1-31FB-D0AD-65E44FD8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32CDE-62D2-CC93-74F9-5AEF1854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14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501E-EED3-3CB9-2AB5-F4934E1C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3C1B8-15D4-D56C-52AE-AD049518B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7B70A-EC8F-3E29-1A97-56E694956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5A1E4-8869-9642-11B5-A6099B09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1D369-9E9C-11B1-E78D-A3F8D760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950D9-B47F-C192-EEAF-8F58305E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36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5395-A1B0-7149-EFD3-48059B8E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91B8D-2690-55AD-D704-C754252B0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C68F7-B842-A4F0-9249-5077B950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9834-2F43-DCD3-3409-81EC83EF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D7C0-70A7-198E-C36B-F09906B0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7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1081-4B4A-8A89-A166-79C7C5731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9E823-994F-70AE-3ACF-6C55AD1BA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56ECA-5A2E-4579-54AA-A66D0551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55B5E-9B54-5490-1D0D-5BE89565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2A7A-23A9-6834-771D-CC2992BF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9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BBDF8-33DA-1FAC-1B59-1F5FB28D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44F6C-5B0F-4260-CD10-11091998B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11E7A-8D2C-2BA5-FCFF-869528234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99333-2069-4595-8D9A-48E9365CC8E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C6D8-4C93-68F8-B511-969EE4AF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5529B-EFD7-7984-BEFD-BA1FCFFBA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56565-D958-44CD-A560-5B851EF9F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3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metheus.io/download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201.1:9182/metric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E2AEDB-31B4-05D4-FD60-E0FEA901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7ACB5-F3EC-44D4-5EA8-A62191A8F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245493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42AB-7585-FFEB-F19E-0B69F325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B6BE-8615-7D75-40AD-A2AE8A81D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Prometheus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An open source system monitoring and alerting tool</a:t>
            </a:r>
          </a:p>
          <a:p>
            <a:r>
              <a:rPr lang="en-IN" dirty="0"/>
              <a:t>Allows analysis of applications and infrastructure from the metrics discovered by it</a:t>
            </a:r>
          </a:p>
          <a:p>
            <a:r>
              <a:rPr lang="en-IN" dirty="0"/>
              <a:t>Written in Go</a:t>
            </a:r>
          </a:p>
          <a:p>
            <a:r>
              <a:rPr lang="en-IN" dirty="0"/>
              <a:t>Uses multi-dimensional data time-series using time series data</a:t>
            </a:r>
          </a:p>
          <a:p>
            <a:r>
              <a:rPr lang="en-IN" dirty="0"/>
              <a:t>Uses metric name and key-value pair</a:t>
            </a:r>
          </a:p>
          <a:p>
            <a:r>
              <a:rPr lang="en-IN" dirty="0"/>
              <a:t>Example: </a:t>
            </a:r>
            <a:r>
              <a:rPr lang="en-IN" dirty="0" err="1"/>
              <a:t>http_requests_total</a:t>
            </a:r>
            <a:r>
              <a:rPr lang="en-IN" dirty="0"/>
              <a:t>{method=“get”}</a:t>
            </a:r>
          </a:p>
          <a:p>
            <a:pPr lvl="1"/>
            <a:r>
              <a:rPr lang="en-IN" dirty="0"/>
              <a:t>Here, metric name is </a:t>
            </a:r>
            <a:r>
              <a:rPr lang="en-IN" i="1" dirty="0" err="1"/>
              <a:t>http_requests_total</a:t>
            </a:r>
            <a:r>
              <a:rPr lang="en-IN" dirty="0"/>
              <a:t>, method is </a:t>
            </a:r>
            <a:r>
              <a:rPr lang="en-IN" i="1" dirty="0"/>
              <a:t>key</a:t>
            </a:r>
            <a:r>
              <a:rPr lang="en-IN" dirty="0"/>
              <a:t>, and value is </a:t>
            </a:r>
            <a:r>
              <a:rPr lang="en-IN" i="1" dirty="0"/>
              <a:t>get</a:t>
            </a:r>
            <a:endParaRPr lang="en-IN" dirty="0"/>
          </a:p>
          <a:p>
            <a:r>
              <a:rPr lang="en-IN" dirty="0"/>
              <a:t>Uses the </a:t>
            </a:r>
            <a:r>
              <a:rPr lang="en-IN" i="1" dirty="0" err="1"/>
              <a:t>PromQL</a:t>
            </a:r>
            <a:r>
              <a:rPr lang="en-IN" dirty="0"/>
              <a:t> read-only language (only allows reading) for </a:t>
            </a:r>
            <a:r>
              <a:rPr lang="en-IN" dirty="0" err="1"/>
              <a:t>quering</a:t>
            </a:r>
            <a:endParaRPr lang="en-IN" dirty="0"/>
          </a:p>
          <a:p>
            <a:r>
              <a:rPr lang="en-IN" dirty="0"/>
              <a:t>Works on single nodes</a:t>
            </a:r>
          </a:p>
          <a:p>
            <a:r>
              <a:rPr lang="en-IN" dirty="0"/>
              <a:t>Has an alert manager</a:t>
            </a:r>
          </a:p>
          <a:p>
            <a:r>
              <a:rPr lang="en-IN" dirty="0"/>
              <a:t>Alternatives: graphite, </a:t>
            </a:r>
            <a:r>
              <a:rPr lang="en-IN" dirty="0" err="1"/>
              <a:t>influxdb</a:t>
            </a:r>
            <a:r>
              <a:rPr lang="en-IN" dirty="0"/>
              <a:t>, OPENTSDB, Nagios, Sensu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70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FB68-2623-40BB-48D7-53993C81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F578-8BEA-51E0-60B7-F001EA27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cd   ~/Downloads</a:t>
            </a:r>
          </a:p>
          <a:p>
            <a:r>
              <a:rPr lang="en-IN" dirty="0"/>
              <a:t>Visit </a:t>
            </a:r>
            <a:r>
              <a:rPr lang="en-IN" dirty="0">
                <a:hlinkClick r:id="rId2"/>
              </a:rPr>
              <a:t>https://prometheus.io/download/</a:t>
            </a:r>
            <a:endParaRPr lang="en-IN" dirty="0"/>
          </a:p>
          <a:p>
            <a:r>
              <a:rPr lang="en-IN" dirty="0"/>
              <a:t>Download the latest Linux AMD tar.gz file</a:t>
            </a:r>
          </a:p>
          <a:p>
            <a:r>
              <a:rPr lang="en-IN" b="1" dirty="0"/>
              <a:t>tar   -</a:t>
            </a:r>
            <a:r>
              <a:rPr lang="en-IN" b="1" dirty="0" err="1"/>
              <a:t>xzf</a:t>
            </a:r>
            <a:r>
              <a:rPr lang="en-IN" b="1" dirty="0"/>
              <a:t>   &lt;downloaded file&gt;</a:t>
            </a:r>
          </a:p>
          <a:p>
            <a:r>
              <a:rPr lang="en-IN" dirty="0"/>
              <a:t>This installs Prometheus</a:t>
            </a:r>
          </a:p>
          <a:p>
            <a:r>
              <a:rPr lang="en-IN" dirty="0"/>
              <a:t>Rename the long Prometheus directory name to Prometheus: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	mv 	prometheus-3.11.3……     </a:t>
            </a:r>
            <a:r>
              <a:rPr lang="en-US" b="1" dirty="0" err="1"/>
              <a:t>prometheus</a:t>
            </a:r>
            <a:endParaRPr lang="en-IN" b="1" dirty="0"/>
          </a:p>
          <a:p>
            <a:r>
              <a:rPr lang="en-IN" b="1" dirty="0"/>
              <a:t>cd </a:t>
            </a:r>
            <a:r>
              <a:rPr lang="en-IN" b="1" dirty="0" err="1"/>
              <a:t>prometheus</a:t>
            </a:r>
            <a:r>
              <a:rPr lang="en-IN" dirty="0"/>
              <a:t> and </a:t>
            </a:r>
            <a:r>
              <a:rPr lang="en-IN" b="1" dirty="0"/>
              <a:t>ls -l</a:t>
            </a:r>
          </a:p>
          <a:p>
            <a:r>
              <a:rPr lang="en-IN" dirty="0"/>
              <a:t>To run </a:t>
            </a:r>
            <a:r>
              <a:rPr lang="en-IN" dirty="0" err="1"/>
              <a:t>prometheus</a:t>
            </a:r>
            <a:r>
              <a:rPr lang="en-IN" dirty="0"/>
              <a:t>: </a:t>
            </a:r>
            <a:r>
              <a:rPr lang="en-IN" b="1" dirty="0"/>
              <a:t>./</a:t>
            </a:r>
            <a:r>
              <a:rPr lang="en-IN" b="1" dirty="0" err="1"/>
              <a:t>prometheus</a:t>
            </a:r>
            <a:endParaRPr lang="en-IN" b="1" dirty="0"/>
          </a:p>
          <a:p>
            <a:r>
              <a:rPr lang="en-IN" dirty="0"/>
              <a:t>Open browser: </a:t>
            </a:r>
            <a:r>
              <a:rPr lang="en-IN" b="1" dirty="0"/>
              <a:t>localhost:9090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05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FB68-2623-40BB-48D7-53993C81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F578-8BEA-51E0-60B7-F001EA27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 </a:t>
            </a:r>
            <a:r>
              <a:rPr lang="en-IN" b="1" dirty="0"/>
              <a:t>up</a:t>
            </a:r>
            <a:r>
              <a:rPr lang="en-IN" dirty="0"/>
              <a:t> in the </a:t>
            </a:r>
            <a:r>
              <a:rPr lang="en-IN" i="1" dirty="0"/>
              <a:t>Enable query history</a:t>
            </a:r>
            <a:r>
              <a:rPr lang="en-IN" dirty="0"/>
              <a:t> and click on the </a:t>
            </a:r>
            <a:r>
              <a:rPr lang="en-IN" i="1" dirty="0"/>
              <a:t>Execute</a:t>
            </a:r>
            <a:r>
              <a:rPr lang="en-IN" dirty="0"/>
              <a:t> button</a:t>
            </a:r>
          </a:p>
          <a:p>
            <a:r>
              <a:rPr lang="en-IN" dirty="0"/>
              <a:t>Output </a:t>
            </a:r>
            <a:r>
              <a:rPr lang="en-US" dirty="0"/>
              <a:t>up{instance="localhost:9090",job="</a:t>
            </a:r>
            <a:r>
              <a:rPr lang="en-US" dirty="0" err="1"/>
              <a:t>prometheus</a:t>
            </a:r>
            <a:r>
              <a:rPr lang="en-US" dirty="0"/>
              <a:t>"} </a:t>
            </a:r>
            <a:r>
              <a:rPr lang="en-IN" dirty="0"/>
              <a:t>is </a:t>
            </a:r>
            <a:r>
              <a:rPr lang="en-IN" i="1" dirty="0"/>
              <a:t>Element</a:t>
            </a:r>
            <a:r>
              <a:rPr lang="en-IN" dirty="0"/>
              <a:t> and its </a:t>
            </a:r>
            <a:r>
              <a:rPr lang="en-IN" i="1" dirty="0"/>
              <a:t>Sample value</a:t>
            </a:r>
            <a:endParaRPr lang="en-IN" dirty="0"/>
          </a:p>
          <a:p>
            <a:r>
              <a:rPr lang="en-IN" dirty="0"/>
              <a:t>Here, </a:t>
            </a:r>
            <a:r>
              <a:rPr lang="en-IN" i="1" dirty="0"/>
              <a:t>up</a:t>
            </a:r>
            <a:r>
              <a:rPr lang="en-IN" dirty="0"/>
              <a:t> is a special metric that outputs a list of targets (</a:t>
            </a:r>
            <a:r>
              <a:rPr lang="en-IN" i="1" dirty="0"/>
              <a:t>including itself</a:t>
            </a:r>
            <a:r>
              <a:rPr lang="en-IN" dirty="0"/>
              <a:t>) scraped by Prometheus; so here it is showing information about itself</a:t>
            </a:r>
          </a:p>
          <a:p>
            <a:r>
              <a:rPr lang="en-IN" dirty="0"/>
              <a:t>Below we can change the calendar values to filter for certain time period</a:t>
            </a:r>
          </a:p>
          <a:p>
            <a:r>
              <a:rPr lang="en-IN" dirty="0"/>
              <a:t>Instead of Console, we can select Graph to see a graphical view</a:t>
            </a:r>
          </a:p>
        </p:txBody>
      </p:sp>
    </p:spTree>
    <p:extLst>
      <p:ext uri="{BB962C8B-B14F-4D97-AF65-F5344CB8AC3E}">
        <p14:creationId xmlns:p14="http://schemas.microsoft.com/office/powerpoint/2010/main" val="189375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FB68-2623-40BB-48D7-53993C81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Changing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F578-8BEA-51E0-60B7-F001EA27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Now change the metric to </a:t>
            </a:r>
            <a:r>
              <a:rPr lang="en-IN" dirty="0" err="1"/>
              <a:t>promhttp_requests_total</a:t>
            </a:r>
            <a:r>
              <a:rPr lang="en-IN" dirty="0"/>
              <a:t> in the </a:t>
            </a:r>
            <a:r>
              <a:rPr lang="en-IN" i="1" dirty="0"/>
              <a:t>Execute query history</a:t>
            </a:r>
            <a:r>
              <a:rPr lang="en-IN" dirty="0"/>
              <a:t> menu and click on the </a:t>
            </a:r>
            <a:r>
              <a:rPr lang="en-IN" i="1" dirty="0"/>
              <a:t>Execute </a:t>
            </a:r>
            <a:r>
              <a:rPr lang="en-IN" dirty="0"/>
              <a:t>button</a:t>
            </a:r>
          </a:p>
          <a:p>
            <a:r>
              <a:rPr lang="en-IN" dirty="0"/>
              <a:t>See the graph</a:t>
            </a:r>
          </a:p>
          <a:p>
            <a:r>
              <a:rPr lang="en-IN" dirty="0"/>
              <a:t>Then click on </a:t>
            </a:r>
            <a:r>
              <a:rPr lang="en-IN" i="1" dirty="0"/>
              <a:t>stacked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70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37AB-51FA-6815-35DB-31D1ACAE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 Configuration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978E8-12B0-5806-EA0A-49E5AD756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nano  ~/Downloads/</a:t>
            </a:r>
            <a:r>
              <a:rPr lang="en-IN" b="1" dirty="0" err="1"/>
              <a:t>prometheus</a:t>
            </a:r>
            <a:r>
              <a:rPr lang="en-IN" b="1" dirty="0"/>
              <a:t>/</a:t>
            </a:r>
            <a:r>
              <a:rPr lang="en-IN" b="1" dirty="0" err="1"/>
              <a:t>prometheus.yml</a:t>
            </a:r>
            <a:endParaRPr lang="en-IN" b="1" dirty="0"/>
          </a:p>
          <a:p>
            <a:r>
              <a:rPr lang="en-IN" dirty="0"/>
              <a:t>The global block specifies general properties for all the targets</a:t>
            </a:r>
          </a:p>
          <a:p>
            <a:r>
              <a:rPr lang="en-IN" dirty="0"/>
              <a:t>Example: Scrapping will be done every 15 seconds, and the rules will be evaluated every 15 seconds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259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37AB-51FA-6815-35DB-31D1ACAE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978E8-12B0-5806-EA0A-49E5AD756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exporter is software that helps in exporting existing metrics from third-party systems (e.g. Linux/Windows) in the same format as Prometheus metrics</a:t>
            </a:r>
          </a:p>
          <a:p>
            <a:r>
              <a:rPr lang="en-IN" dirty="0"/>
              <a:t>Linux exporter is called Node and Windows exporter is called WMI</a:t>
            </a:r>
          </a:p>
          <a:p>
            <a:r>
              <a:rPr lang="en-IN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C8E2B-2797-096A-20B3-1E4227C5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25" y="3756381"/>
            <a:ext cx="80105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7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0255-1E9A-F3FB-105B-C30E03C3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EBCC0-496E-6CF2-3EB2-7DBF912E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Open browser, open link </a:t>
            </a:r>
            <a:r>
              <a:rPr lang="en-IN" dirty="0">
                <a:solidFill>
                  <a:srgbClr val="FF0000"/>
                </a:solidFill>
              </a:rPr>
              <a:t>https://github.com/prometheus/node_exporter/releases</a:t>
            </a:r>
          </a:p>
          <a:p>
            <a:r>
              <a:rPr lang="en-IN" dirty="0"/>
              <a:t>Download latest file: e.g.  </a:t>
            </a:r>
            <a:r>
              <a:rPr lang="en-IN" dirty="0">
                <a:solidFill>
                  <a:srgbClr val="FF0000"/>
                </a:solidFill>
              </a:rPr>
              <a:t>https://github.com/prometheus/node_exporter/releases/download/v1.11.1/node_exporter-1.11.1.linux-amd64.tar.gz</a:t>
            </a:r>
          </a:p>
          <a:p>
            <a:r>
              <a:rPr lang="en-IN" dirty="0"/>
              <a:t>In the terminal, in the Downloads directory, run this command: </a:t>
            </a:r>
            <a:r>
              <a:rPr lang="en-IN" b="1" dirty="0"/>
              <a:t>tar -</a:t>
            </a:r>
            <a:r>
              <a:rPr lang="en-IN" b="1" dirty="0" err="1"/>
              <a:t>xzf</a:t>
            </a:r>
            <a:r>
              <a:rPr lang="en-IN" b="1" dirty="0"/>
              <a:t> </a:t>
            </a:r>
            <a:r>
              <a:rPr lang="en-IN" b="1" dirty="0" err="1"/>
              <a:t>node_exporter</a:t>
            </a:r>
            <a:r>
              <a:rPr lang="en-IN" b="1" dirty="0"/>
              <a:t>-…...</a:t>
            </a:r>
          </a:p>
          <a:p>
            <a:r>
              <a:rPr lang="en-IN" dirty="0"/>
              <a:t>Rename the resulting long directory to </a:t>
            </a:r>
            <a:r>
              <a:rPr lang="en-IN" dirty="0" err="1"/>
              <a:t>node_exporter</a:t>
            </a:r>
            <a:endParaRPr lang="en-IN" dirty="0"/>
          </a:p>
          <a:p>
            <a:r>
              <a:rPr lang="en-IN" dirty="0"/>
              <a:t>Go to </a:t>
            </a:r>
            <a:r>
              <a:rPr lang="en-IN" dirty="0" err="1"/>
              <a:t>node_exporter</a:t>
            </a:r>
            <a:r>
              <a:rPr lang="en-IN" dirty="0"/>
              <a:t> directory and run the command </a:t>
            </a:r>
            <a:r>
              <a:rPr lang="en-IN" b="1" dirty="0"/>
              <a:t>./</a:t>
            </a:r>
            <a:r>
              <a:rPr lang="en-IN" b="1" dirty="0" err="1"/>
              <a:t>node_exporter</a:t>
            </a:r>
            <a:endParaRPr lang="en-IN" b="1" dirty="0"/>
          </a:p>
          <a:p>
            <a:r>
              <a:rPr lang="en-IN" dirty="0"/>
              <a:t>To access the node exporter in the browser, type </a:t>
            </a:r>
            <a:r>
              <a:rPr lang="en-IN" b="1" dirty="0"/>
              <a:t>localhost:9100</a:t>
            </a:r>
            <a:endParaRPr lang="en-IN" dirty="0"/>
          </a:p>
          <a:p>
            <a:r>
              <a:rPr lang="en-IN" dirty="0"/>
              <a:t>Click on Metrics – It will show the metrics for the current machine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33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0255-1E9A-F3FB-105B-C30E03C34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Adding Node Exporter Scraping to Prometheus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EBCC0-496E-6CF2-3EB2-7DBF912E9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To allow Prometheus to scrape information from node exporter, edit the </a:t>
            </a:r>
            <a:r>
              <a:rPr lang="en-IN" dirty="0" err="1"/>
              <a:t>prometheus.yml</a:t>
            </a:r>
            <a:r>
              <a:rPr lang="en-IN" dirty="0"/>
              <a:t> file</a:t>
            </a:r>
          </a:p>
          <a:p>
            <a:endParaRPr lang="en-IN" dirty="0"/>
          </a:p>
          <a:p>
            <a:r>
              <a:rPr lang="en-IN" dirty="0"/>
              <a:t> # The job name is added as a label `job=&lt;</a:t>
            </a:r>
            <a:r>
              <a:rPr lang="en-IN" dirty="0" err="1"/>
              <a:t>job_name</a:t>
            </a:r>
            <a:r>
              <a:rPr lang="en-IN" dirty="0"/>
              <a:t>&gt;` to any timeseries scraped from this config.</a:t>
            </a:r>
          </a:p>
          <a:p>
            <a:r>
              <a:rPr lang="en-IN" dirty="0"/>
              <a:t>  - </a:t>
            </a:r>
            <a:r>
              <a:rPr lang="en-IN" dirty="0" err="1"/>
              <a:t>job_name</a:t>
            </a:r>
            <a:r>
              <a:rPr lang="en-IN" dirty="0"/>
              <a:t>: '</a:t>
            </a:r>
            <a:r>
              <a:rPr lang="en-IN" dirty="0" err="1"/>
              <a:t>prometheus</a:t>
            </a:r>
            <a:r>
              <a:rPr lang="en-IN" dirty="0"/>
              <a:t>'</a:t>
            </a:r>
          </a:p>
          <a:p>
            <a:endParaRPr lang="en-IN" dirty="0"/>
          </a:p>
          <a:p>
            <a:r>
              <a:rPr lang="en-IN" dirty="0"/>
              <a:t>    # </a:t>
            </a:r>
            <a:r>
              <a:rPr lang="en-IN" dirty="0" err="1"/>
              <a:t>metrics_path</a:t>
            </a:r>
            <a:r>
              <a:rPr lang="en-IN" dirty="0"/>
              <a:t> defaults to '/metrics'</a:t>
            </a:r>
          </a:p>
          <a:p>
            <a:r>
              <a:rPr lang="en-IN" dirty="0"/>
              <a:t>    # scheme defaults to 'http'.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static_configs</a:t>
            </a:r>
            <a:r>
              <a:rPr lang="en-IN" dirty="0"/>
              <a:t>:</a:t>
            </a:r>
          </a:p>
          <a:p>
            <a:r>
              <a:rPr lang="en-IN" dirty="0"/>
              <a:t>    - targets: ['localhost:9090']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 -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job_name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: '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node_exporter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'</a:t>
            </a:r>
          </a:p>
          <a:p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   #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metrics_path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defaults to '/metrics'</a:t>
            </a: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   # scheme defaults to 'http'.</a:t>
            </a:r>
          </a:p>
          <a:p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   </a:t>
            </a:r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static_configs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</a:p>
          <a:p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   - targets: ['localhost:9100']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88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1E3C-0AD7-732F-1655-02E9373E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D3DC-16F1-36F5-A18D-C21702C7C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Restart Node Exporter and Prometheus</a:t>
            </a:r>
          </a:p>
          <a:p>
            <a:pPr lvl="1"/>
            <a:r>
              <a:rPr lang="en-IN" dirty="0"/>
              <a:t>Node Exporter terminal: </a:t>
            </a:r>
            <a:r>
              <a:rPr lang="en-IN" dirty="0" err="1"/>
              <a:t>Ctrl+C</a:t>
            </a:r>
            <a:r>
              <a:rPr lang="en-IN" dirty="0"/>
              <a:t> and ./</a:t>
            </a:r>
            <a:r>
              <a:rPr lang="en-IN" dirty="0" err="1"/>
              <a:t>node_exporter</a:t>
            </a:r>
            <a:endParaRPr lang="en-IN" dirty="0"/>
          </a:p>
          <a:p>
            <a:pPr lvl="1"/>
            <a:r>
              <a:rPr lang="en-IN" dirty="0"/>
              <a:t>Prometheus terminal: </a:t>
            </a:r>
            <a:r>
              <a:rPr lang="en-IN" dirty="0" err="1"/>
              <a:t>Ctrl+C</a:t>
            </a:r>
            <a:r>
              <a:rPr lang="en-IN" dirty="0"/>
              <a:t> and ./</a:t>
            </a:r>
            <a:r>
              <a:rPr lang="en-IN" dirty="0" err="1"/>
              <a:t>prometheus</a:t>
            </a:r>
            <a:endParaRPr lang="en-IN" dirty="0"/>
          </a:p>
          <a:p>
            <a:r>
              <a:rPr lang="en-IN" dirty="0"/>
              <a:t>In the Prometheus Server browser window (localhost:9100), select Status-&gt;Target health</a:t>
            </a:r>
          </a:p>
          <a:p>
            <a:r>
              <a:rPr lang="en-IN" dirty="0"/>
              <a:t>Now we should see two targets: node exporter and localhost</a:t>
            </a:r>
          </a:p>
          <a:p>
            <a:endParaRPr lang="en-IN" b="1" dirty="0"/>
          </a:p>
          <a:p>
            <a:pPr lvl="1"/>
            <a:endParaRPr lang="en-IN" b="1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2737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1E3C-0AD7-732F-1655-02E9373E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D3DC-16F1-36F5-A18D-C21702C7C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 the Prometheus Server browser window (localhost:9100), select Status-&gt;Targets</a:t>
            </a:r>
          </a:p>
          <a:p>
            <a:r>
              <a:rPr lang="en-IN" dirty="0"/>
              <a:t>Now we should see two targets: node exporter and localhost</a:t>
            </a:r>
          </a:p>
          <a:p>
            <a:r>
              <a:rPr lang="en-IN" dirty="0"/>
              <a:t>Go to the home page of Prometheus and again give </a:t>
            </a:r>
            <a:r>
              <a:rPr lang="en-IN" b="1" dirty="0"/>
              <a:t>up</a:t>
            </a:r>
            <a:r>
              <a:rPr lang="en-IN" dirty="0"/>
              <a:t> command in </a:t>
            </a:r>
            <a:r>
              <a:rPr lang="en-IN" i="1" dirty="0"/>
              <a:t>Enable query history</a:t>
            </a:r>
            <a:endParaRPr lang="en-IN" dirty="0"/>
          </a:p>
          <a:p>
            <a:r>
              <a:rPr lang="en-IN" dirty="0"/>
              <a:t>It should show two results</a:t>
            </a:r>
          </a:p>
          <a:p>
            <a:r>
              <a:rPr lang="en-IN" dirty="0"/>
              <a:t>Let us now see how much memory was available on the Linux machine</a:t>
            </a:r>
          </a:p>
          <a:p>
            <a:r>
              <a:rPr lang="en-IN" dirty="0"/>
              <a:t>In the </a:t>
            </a:r>
            <a:r>
              <a:rPr lang="en-IN" i="1" dirty="0"/>
              <a:t>Enable query history</a:t>
            </a:r>
            <a:r>
              <a:rPr lang="en-IN" dirty="0"/>
              <a:t>, type </a:t>
            </a:r>
            <a:r>
              <a:rPr lang="en-IN" dirty="0" err="1"/>
              <a:t>node_memory_MemAvailable_bytes</a:t>
            </a:r>
            <a:endParaRPr lang="en-IN" dirty="0"/>
          </a:p>
          <a:p>
            <a:r>
              <a:rPr lang="en-IN" dirty="0"/>
              <a:t>Execute – about 4.7 GB in my case – Now click on Graph</a:t>
            </a:r>
          </a:p>
          <a:p>
            <a:r>
              <a:rPr lang="en-IN" dirty="0"/>
              <a:t>Reduce the time from 1 hour to 5 minutes to see detailed usage</a:t>
            </a:r>
          </a:p>
        </p:txBody>
      </p:sp>
    </p:spTree>
    <p:extLst>
      <p:ext uri="{BB962C8B-B14F-4D97-AF65-F5344CB8AC3E}">
        <p14:creationId xmlns:p14="http://schemas.microsoft.com/office/powerpoint/2010/main" val="257093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for Windows machine scraping</a:t>
            </a:r>
          </a:p>
          <a:p>
            <a:r>
              <a:rPr lang="en-IN" dirty="0"/>
              <a:t>WMI – Windows Management Instrumentation</a:t>
            </a:r>
          </a:p>
          <a:p>
            <a:r>
              <a:rPr lang="en-IN" dirty="0"/>
              <a:t>Assuming that the host machine is Windows, open browser </a:t>
            </a:r>
          </a:p>
          <a:p>
            <a:r>
              <a:rPr lang="en-IN" dirty="0"/>
              <a:t>Open and download https://github.com/prometheus-community/windows_exporter/releases/download/v0.31.6/windows_exporter-0.31.6-amd64.msi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Run the file</a:t>
            </a:r>
          </a:p>
          <a:p>
            <a:r>
              <a:rPr lang="en-IN" dirty="0"/>
              <a:t>Open localhost:9182/metrics</a:t>
            </a:r>
          </a:p>
          <a:p>
            <a:r>
              <a:rPr lang="en-IN" dirty="0"/>
              <a:t>It will show the metrics for the Windows machine</a:t>
            </a:r>
          </a:p>
        </p:txBody>
      </p:sp>
    </p:spTree>
    <p:extLst>
      <p:ext uri="{BB962C8B-B14F-4D97-AF65-F5344CB8AC3E}">
        <p14:creationId xmlns:p14="http://schemas.microsoft.com/office/powerpoint/2010/main" val="233564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We need to create a host only network for VM Prometheus server to collect data from the Windows machine</a:t>
            </a:r>
          </a:p>
          <a:p>
            <a:r>
              <a:rPr lang="en-IN" dirty="0"/>
              <a:t>First stop VM Prometheus server machine in VirtualBox</a:t>
            </a:r>
          </a:p>
          <a:p>
            <a:r>
              <a:rPr lang="en-IN" dirty="0"/>
              <a:t>In VirtualBox, Tools-&gt;Create</a:t>
            </a:r>
          </a:p>
          <a:p>
            <a:r>
              <a:rPr lang="en-IN" dirty="0"/>
              <a:t>It will create a Host-only network and show its IP address (e.g. 192.168.201.1) – This will be the IP address that we will use in the Ubuntu VM Prometheus server</a:t>
            </a:r>
          </a:p>
          <a:p>
            <a:r>
              <a:rPr lang="en-IN" dirty="0"/>
              <a:t>Right click on Prometheus Ubuntu VM</a:t>
            </a:r>
          </a:p>
          <a:p>
            <a:r>
              <a:rPr lang="en-IN" dirty="0"/>
              <a:t>Under Network, add a Host-only adapter and select the just-created adapter</a:t>
            </a:r>
          </a:p>
          <a:p>
            <a:r>
              <a:rPr lang="en-IN" dirty="0"/>
              <a:t>Start the Prometheus Server Ubuntu VM</a:t>
            </a:r>
          </a:p>
        </p:txBody>
      </p:sp>
    </p:spTree>
    <p:extLst>
      <p:ext uri="{BB962C8B-B14F-4D97-AF65-F5344CB8AC3E}">
        <p14:creationId xmlns:p14="http://schemas.microsoft.com/office/powerpoint/2010/main" val="535338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From the Prometheus Server VM, ping the host network address, e.g. </a:t>
            </a:r>
            <a:r>
              <a:rPr lang="en-IN" b="1" dirty="0"/>
              <a:t>ping 192.168.201.1</a:t>
            </a:r>
          </a:p>
          <a:p>
            <a:r>
              <a:rPr lang="en-IN" dirty="0"/>
              <a:t>If it does not work, assign static IP address to this interface and retry</a:t>
            </a:r>
          </a:p>
          <a:p>
            <a:pPr lvl="1"/>
            <a:r>
              <a:rPr lang="en-IN" dirty="0"/>
              <a:t>Type network to search for Network settings option</a:t>
            </a:r>
          </a:p>
          <a:p>
            <a:pPr lvl="1"/>
            <a:r>
              <a:rPr lang="en-IN" dirty="0"/>
              <a:t>For the second network interface (Host only), click on the settings icon</a:t>
            </a:r>
          </a:p>
          <a:p>
            <a:pPr lvl="1"/>
            <a:r>
              <a:rPr lang="en-IN" dirty="0"/>
              <a:t>Under IPv4, change Automatic to Manual and give IP address that is in the same subnet as the host network, e.g. 192.168.201.3 and mask as 255.255.255.0</a:t>
            </a:r>
          </a:p>
          <a:p>
            <a:pPr lvl="1"/>
            <a:r>
              <a:rPr lang="en-IN" dirty="0"/>
              <a:t>Click Apply</a:t>
            </a:r>
          </a:p>
          <a:p>
            <a:pPr lvl="1"/>
            <a:r>
              <a:rPr lang="en-IN" dirty="0"/>
              <a:t>Make this interface off once and again on</a:t>
            </a:r>
          </a:p>
          <a:p>
            <a:pPr lvl="1"/>
            <a:r>
              <a:rPr lang="en-IN" dirty="0"/>
              <a:t>Retry ping</a:t>
            </a:r>
          </a:p>
        </p:txBody>
      </p:sp>
    </p:spTree>
    <p:extLst>
      <p:ext uri="{BB962C8B-B14F-4D97-AF65-F5344CB8AC3E}">
        <p14:creationId xmlns:p14="http://schemas.microsoft.com/office/powerpoint/2010/main" val="665139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On the Prometheus Server VM, open browser and try accessing the WMI running on Windows by typing URL </a:t>
            </a:r>
            <a:r>
              <a:rPr lang="en-IN" dirty="0">
                <a:hlinkClick r:id="rId2"/>
              </a:rPr>
              <a:t>http://192.168.201.1:9182/metrics</a:t>
            </a:r>
            <a:r>
              <a:rPr lang="en-IN" dirty="0"/>
              <a:t> (where 192.168.201.1 should be replaced with the actual host-only network IP address)</a:t>
            </a:r>
          </a:p>
          <a:p>
            <a:r>
              <a:rPr lang="en-IN" dirty="0"/>
              <a:t>It should bring up Windows metrics</a:t>
            </a:r>
          </a:p>
          <a:p>
            <a:r>
              <a:rPr lang="en-IN" dirty="0"/>
              <a:t>Exercise: Change Prometheus configuration to scrape this data now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73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Solution: Open </a:t>
            </a:r>
            <a:r>
              <a:rPr lang="en-IN" dirty="0" err="1"/>
              <a:t>prometheus.yml</a:t>
            </a:r>
            <a:r>
              <a:rPr lang="en-IN" dirty="0"/>
              <a:t> file and add the following to the end of the file:</a:t>
            </a:r>
          </a:p>
          <a:p>
            <a:r>
              <a:rPr lang="en-US" dirty="0"/>
              <a:t>- </a:t>
            </a:r>
            <a:r>
              <a:rPr lang="en-US" dirty="0" err="1"/>
              <a:t>job_name</a:t>
            </a:r>
            <a:r>
              <a:rPr lang="en-US" dirty="0"/>
              <a:t>: ‘</a:t>
            </a:r>
            <a:r>
              <a:rPr lang="en-US" dirty="0" err="1"/>
              <a:t>wmi_exporter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US" dirty="0"/>
              <a:t>    # </a:t>
            </a:r>
            <a:r>
              <a:rPr lang="en-US" dirty="0" err="1"/>
              <a:t>metrics_path</a:t>
            </a:r>
            <a:r>
              <a:rPr lang="en-US" dirty="0"/>
              <a:t> defaults to '/metrics'</a:t>
            </a:r>
          </a:p>
          <a:p>
            <a:r>
              <a:rPr lang="en-US" dirty="0"/>
              <a:t>    # scheme defaults to 'http'.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static_configs</a:t>
            </a:r>
            <a:r>
              <a:rPr lang="en-US" dirty="0"/>
              <a:t>:</a:t>
            </a:r>
          </a:p>
          <a:p>
            <a:r>
              <a:rPr lang="en-US" dirty="0"/>
              <a:t>    - targets: ['192.168.201.1:9182’]</a:t>
            </a:r>
          </a:p>
          <a:p>
            <a:endParaRPr lang="en-IN" dirty="0"/>
          </a:p>
          <a:p>
            <a:r>
              <a:rPr lang="en-IN" dirty="0"/>
              <a:t>Then start the Prometheus server and open localhost:9080 … Now it should also show </a:t>
            </a:r>
            <a:r>
              <a:rPr lang="en-IN" dirty="0" err="1"/>
              <a:t>wmi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03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65A1-8637-7846-4DE2-AFB40BC1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WMI Exporter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9B79-ACCA-4E27-F574-FEC5470B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Instead of </a:t>
            </a:r>
            <a:r>
              <a:rPr lang="en-IN" b="1" dirty="0"/>
              <a:t>up</a:t>
            </a:r>
            <a:r>
              <a:rPr lang="en-IN" dirty="0"/>
              <a:t>, now scroll down till you see </a:t>
            </a:r>
            <a:r>
              <a:rPr lang="en-IN" b="1" dirty="0" err="1"/>
              <a:t>wmi</a:t>
            </a:r>
            <a:r>
              <a:rPr lang="en-IN" b="1" dirty="0"/>
              <a:t> </a:t>
            </a:r>
            <a:r>
              <a:rPr lang="en-IN" dirty="0"/>
              <a:t>list</a:t>
            </a:r>
          </a:p>
          <a:p>
            <a:r>
              <a:rPr lang="en-IN" dirty="0"/>
              <a:t>Example: Select </a:t>
            </a:r>
            <a:r>
              <a:rPr lang="en-US" dirty="0" err="1"/>
              <a:t>wmi_logical_disk_free_bytes</a:t>
            </a:r>
            <a:r>
              <a:rPr lang="en-US" dirty="0"/>
              <a:t> and change it to </a:t>
            </a:r>
            <a:r>
              <a:rPr lang="en-US" dirty="0" err="1"/>
              <a:t>wmi_logical_disk_free_bytes</a:t>
            </a:r>
            <a:r>
              <a:rPr lang="en-US" dirty="0"/>
              <a:t>/1024/1024/1024</a:t>
            </a:r>
          </a:p>
          <a:p>
            <a:r>
              <a:rPr lang="en-US" dirty="0"/>
              <a:t>This will show the free disk space per volume in GB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03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1225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Prometheus</vt:lpstr>
      <vt:lpstr>Prometheus</vt:lpstr>
      <vt:lpstr>Prometheus Installation</vt:lpstr>
      <vt:lpstr>Prometheus</vt:lpstr>
      <vt:lpstr>Changing Metric</vt:lpstr>
      <vt:lpstr>Prometheus Configuration File</vt:lpstr>
      <vt:lpstr>Exporters</vt:lpstr>
      <vt:lpstr>Node Exporter</vt:lpstr>
      <vt:lpstr>Adding Node Exporter Scraping to Prometheus</vt:lpstr>
      <vt:lpstr>Restart</vt:lpstr>
      <vt:lpstr>Node Exporter</vt:lpstr>
      <vt:lpstr>WMI Exporter</vt:lpstr>
      <vt:lpstr>WMI Exporter</vt:lpstr>
      <vt:lpstr>WMI Exporter</vt:lpstr>
      <vt:lpstr>WMI Exporter</vt:lpstr>
      <vt:lpstr>WMI Exporter</vt:lpstr>
      <vt:lpstr>WMI Exporter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5</cp:revision>
  <dcterms:created xsi:type="dcterms:W3CDTF">2026-05-05T02:27:02Z</dcterms:created>
  <dcterms:modified xsi:type="dcterms:W3CDTF">2026-05-05T04:03:22Z</dcterms:modified>
</cp:coreProperties>
</file>